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 | Hi everyone, I’m Jakub from Treetino. We build patented trees that produce clean energy, paired with battery storage and EV chargers. Today at The FinTechers we’re connecting that physical infrastructure to real-time fiat 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0:15–0:35 | This is our flagship Treetino V1: 49 kilowatts of solar and wind power on a single square metre of ground — 300 solar leaves and 12 silent wind turbines.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0:35–1:00 | This is not a whitepaper. We’re backed by CzechInvest and SIC, R&amp;D is done and we’re building: €705k in signed contracts — two V2 trees under construction at a Prague high school and three V1 trees for MKovo. And last week, at a single expo, we walked away with €3.4M in signed LOIs.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1:00–1:25 | To scale across Europe we built an RWA protocol on Solana. At Solana CZE we won 2nd place overall and 1st in the Marinade track — great to see Marinade judging today. Since then we signed an MoU with peaq and their Ironyard liquidity pools. peaq tokenizes real-world assets for futuristic machine economies — they loved our product, and we’re in deep talks with RockawayX along the same vertical.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1:25–1:55 | Specifically for peaq, we designed 4 tiers of funding — from $100k up to $1M — so we build trust step by step. We start with Tier 1 right here in Prague at SIC Smíchov: a $100k turnkey hub ($60k after grant) delivering $18.3k a year in net yield — that’s an 18.3% base APY, or 30.5% with the grant, paying back in 3.3 years. And this exact Tier 1 project is what we have completely simulated in this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1:55–2:20 | To be transparent about scope: before Monday we had the Solana contracts, the Victron telemetry oracle and the dashboard. What was missing was the fintech bridge. EV drivers don’t pay with Phantom — they tap Apple Pay in CZK or EUR. That on-ramp and the card-to-chain settlement is what we built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2:20–2:45 | Here’s the whole loop. Energy flows in amber from the tree through the battery to the charger. When the driver pays by card, green fiat pours into our on-ramp gate, converts into blue USDC stablecoins, and streams straight into the tree’s vault.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2:45–3:10 | Why it matters: in traditional RWA — solar farms, real estate, bonds — investors wait a month or a year for off-chain accounting. Here, the second a driver taps their card, we convert the fiat into USDC and settle on Solana. Investors can claim yield while the car is still charging.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3:10–3:35 | And at 3 AM with no car plugged in? The capital doesn’t sleep. The battery shaves 35 kW of peak demand for the SIC building and trades the 15-minute OTE spot market. Three fiat revenue streams, one vault.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3:35–3:50 | Under the hood: a fiat on-ramp for retail and institutions, live hardware and POS data feeding the settlement engine, and a 1:1 reserve proof for every USDC settled.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3:50–4:00 | Let’s switch to the live app: we’ll on-ramp fiat, buy a share of the Prague tree, simulate a driver paying by card, and watch the yield land in the wallet.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kub/.gemini/antigravity/brain/978bed66-e847-4bfe-8f95-a1d4813a2e7d/scratch/pitch_hackathon_slides/slide_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Treetino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Treetino — The FinTechers Hackathon 2026</dc:title>
  <dc:subject>The FinTechers Hackathon 2026 Pitch</dc:subject>
  <dc:creator>Treetino</dc:creator>
  <cp:lastModifiedBy>Treetino</cp:lastModifiedBy>
  <cp:revision>1</cp:revision>
  <dcterms:created xsi:type="dcterms:W3CDTF">2026-10-20T11:57:37Z</dcterms:created>
  <dcterms:modified xsi:type="dcterms:W3CDTF">2026-10-20T11:57:37Z</dcterms:modified>
</cp:coreProperties>
</file>